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'Lesson 1 mein promise kiya tha — aaj aapka n8n account live hoga, bilkul free, card ke baghair.' Energy: aaj pehla hands-on din hai. Jo log video ke sath account banayenge, unko bolo pause kar ke sath sath karo.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 mein agenda. Clarify karo: UI ki tour AAJ nahi — woh Lesson 3 hai. Aaj sirf account + samajh ke Cloud kyun choose kar rahe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vs apna ghar analogy per khelo: hotel = cloud (sab ready, service milti hai, kiraya lagta hai), apna ghar = self-hosted (aapka hai, hamesha ke liye, lekin maintenance aapki). Docker ka naam aayega — sirf itna bolo 'ek tool hai jo Module 6 mein seekhenge', depth mat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jaldi cover karo, phir 'Our path' per ruko — yeh is lesson ka core decision hai. Honest raho: haan, cloud paid hai trial ke baad, isi liye hum Module 6 mein free self-hosting seekhenge. Koi majboori nahi — dono raste khule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word har jagah aayega (docs, community, is course mein) is liye ek slide di. WhatsApp analogy kaafi hai — 30 second, aage barho.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YAHAN SCREEN PER SWITCH KARO — pura signup live karo, slides sirf map hain. Viewers ko bolo video pause kar ke sath sath karein. Apna email blur/censor karna mat bhoolna recording mein!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yahan trust banati hai. Clearly bolo: 'Main aapse kuch nahi chupa raha — 14 din baad Cloud paid hai. Is course ka plan hi yehi hai ke tab tak hum free self-hosting seekh chuke honge.' Yeh honesty subscribers laati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mistake per 15-20 second. Self-hosting wale point per thora ruko — har beginner yeh galti karta hai. Mazak bhi kar sakte ho: 'Main bhi kar chuka hun, aap mat karna.'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Workspace-name comment engagement bhi hai aur accountability bhi. Lesson 1 ke assignment ka recall sirf ek line — re-explain nahi.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Chaar lines, chaar takeaways — 40 second. Aakhri point agli video ka hook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 ek baar: 'Account ban gaya? Great — agle lesson mein isko samajhna seekhenge. Subscribe + GitHub link description mein.'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8B7FD7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EA4B7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COMPLETE COURSE · MODULE 1 — FOUNDATIONS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n8n: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Self-Hosted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· Your account goes live today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 5 Minutes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 ·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37158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n8n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self-hosted — what each actually means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60" y="237158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fits YOU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decision table + our course path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456614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create your account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step by step, on screen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60" y="456614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trial, honestly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free, for how long, and what happens after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n8n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Cloud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n8n's servers — you just log in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install, nothing to maintain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5 minutes from any browser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after trial ($24/mo Starter)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600200"/>
            <a:ext cx="5193792" cy="4114800"/>
          </a:xfrm>
          <a:prstGeom prst="roundRect">
            <a:avLst>
              <a:gd name="adj" fmla="val 222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187452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20647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66560" y="28346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computer or server (Docker)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 — unlimited workflows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handle updates, backups, security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effort (Module 6, together)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hotel room (serviced, rented) vs your own house (yours forever, you maintain it).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or Self-Hosted — For You?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7F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hours (first 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14 days → $24/mo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forever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handles everything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handle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n8n's servers (EU/US)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 your 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&amp; starting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work &amp;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E274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path: </a:t>
            </a:r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today (learning, zero friction) → Docker self-host in Module 6 (free forever). </a:t>
            </a:r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July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NEW WORD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'Instance'?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3931920"/>
          </a:xfrm>
          <a:prstGeom prst="roundRect">
            <a:avLst>
              <a:gd name="adj" fmla="val 2326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instance = your own private copy of n8n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its own address: yourname.app.n8n.cloud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workflows, your data, your credentials — only yours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self-hosted, the word means the same 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822192" cy="3931920"/>
          </a:xfrm>
          <a:prstGeom prst="roundRect">
            <a:avLst>
              <a:gd name="adj" fmla="val 2392"/>
            </a:avLst>
          </a:prstGeom>
          <a:solidFill>
            <a:srgbClr val="2E2745"/>
          </a:solidFill>
          <a:ln/>
        </p:spPr>
      </p:sp>
      <p:sp>
        <p:nvSpPr>
          <p:cNvPr id="8" name="Shape 6"/>
          <p:cNvSpPr/>
          <p:nvPr/>
        </p:nvSpPr>
        <p:spPr>
          <a:xfrm>
            <a:off x="8092440" y="196596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635" y="215615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924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your WhatsApp number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3474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as everyone else — but your number, your chats, your contacts. Nobody else can see them.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SCREEN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Create Your Account —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n8n.io → 'Get started for free'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788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email — verification will arrive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19933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password + workspace name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788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name becomes your instance URL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18795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short onboarding questions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9834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works — it just personalizes tips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38912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418795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your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49834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your instance is live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SURPRISES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Trial, Honestly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features, free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0832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262038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45152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the trial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262038"/>
          </a:solidFill>
          <a:ln/>
        </p:spPr>
      </p:sp>
      <p:sp>
        <p:nvSpPr>
          <p:cNvPr id="11" name="Text 9"/>
          <p:cNvSpPr/>
          <p:nvPr/>
        </p:nvSpPr>
        <p:spPr>
          <a:xfrm>
            <a:off x="8467344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$24/mo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67344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plan, after trial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2E274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ends — then what? Two honest options: pay for Cloud, or self-host for free (Module 6 — we'll do it together).
</a:t>
            </a:r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either way: workflows export with one click.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verified July 2026 — check n8n.io/pricing for current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YOURSELF THE PAIN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676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up with a temp/fake email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account recovery both break. Use your real inbox.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92024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0676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01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to self-host on day one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7512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complexity trap — you'll spend a week on servers instead of learning n8n. Module 6 exists for a reason.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96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starting because 'trial khatam ho jayega'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easily covers Modules 1–2 of this course. Start now.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114800"/>
            <a:ext cx="566928" cy="56692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2622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96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everything in the dashboard today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67512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— the full UI tour is the very next lesson.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E27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70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05154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n8n instance live before the next lesson.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n8n.io → free trial — exactly as we did on screen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0832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5" name="Text 12"/>
          <p:cNvSpPr/>
          <p:nvPr/>
        </p:nvSpPr>
        <p:spPr>
          <a:xfrm>
            <a:off x="4626864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26864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&amp; just look around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26864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anything yet — that starts in Lesson 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3024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9" name="Shape 16"/>
          <p:cNvSpPr/>
          <p:nvPr/>
        </p:nvSpPr>
        <p:spPr>
          <a:xfrm>
            <a:off x="8449056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0" name="Text 17"/>
          <p:cNvSpPr/>
          <p:nvPr/>
        </p:nvSpPr>
        <p:spPr>
          <a:xfrm>
            <a:off x="8449056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49056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your workspace name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49056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know you're ready for the UI tour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assignment bhi yaad hai na? Apne 3 repetitive tasks ready rakho — jald automate karenge.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fastest start, zero maintenance — perfect while 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743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= free forever, full control — we go there in Module 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95020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instance is live: 14-day trial, no card, nothing to lose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00176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46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the full UI tour, then your first real workflow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572000" cy="4572000"/>
          </a:xfrm>
          <a:prstGeom prst="ellipse">
            <a:avLst/>
          </a:prstGeom>
          <a:solidFill>
            <a:srgbClr val="8B7FD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 — The n8n Interface Tour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2620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instance, fully explained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 — where workflows come to life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executions &amp; settings — what matters, what can wait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in Lesson 4, we build for real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64592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9" name="Shape 7"/>
          <p:cNvSpPr/>
          <p:nvPr/>
        </p:nvSpPr>
        <p:spPr>
          <a:xfrm>
            <a:off x="8092440" y="194767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6900" y="2152132"/>
            <a:ext cx="377464" cy="377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0" y="16459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notes +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github.com/Shahzain-Ali/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n8n-mastery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18120" y="333756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0" y="363931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900" y="3843772"/>
            <a:ext cx="377464" cy="377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52560" y="333756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— 2 lessons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free forever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 — the free n8n course that feels premium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2296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623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linkedin.com/in/shahzain-ali1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5623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5663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instagram.com/shahzainalibangash1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04672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56235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6851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facebook.com/shahzainalibangash1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2026-07-12T12:02:21Z</dcterms:created>
  <dcterms:modified xsi:type="dcterms:W3CDTF">2026-07-12T12:02:21Z</dcterms:modified>
</cp:coreProperties>
</file>